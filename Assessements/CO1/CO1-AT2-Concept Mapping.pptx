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thesika Mkcuty" userId="309ac36f8d33c38f" providerId="LiveId" clId="{75E24084-F506-46AF-9EB2-98C013BA3B80}"/>
    <pc:docChg chg="undo custSel addSld delSld modSld">
      <pc:chgData name="Suthesika Mkcuty" userId="309ac36f8d33c38f" providerId="LiveId" clId="{75E24084-F506-46AF-9EB2-98C013BA3B80}" dt="2026-08-04T09:12:26.265" v="107" actId="47"/>
      <pc:docMkLst>
        <pc:docMk/>
      </pc:docMkLst>
      <pc:sldChg chg="addSp delSp modSp del mod">
        <pc:chgData name="Suthesika Mkcuty" userId="309ac36f8d33c38f" providerId="LiveId" clId="{75E24084-F506-46AF-9EB2-98C013BA3B80}" dt="2026-08-04T09:12:26.265" v="107" actId="47"/>
        <pc:sldMkLst>
          <pc:docMk/>
          <pc:sldMk cId="2210407474" sldId="256"/>
        </pc:sldMkLst>
        <pc:spChg chg="add mod">
          <ac:chgData name="Suthesika Mkcuty" userId="309ac36f8d33c38f" providerId="LiveId" clId="{75E24084-F506-46AF-9EB2-98C013BA3B80}" dt="2026-08-04T08:31:56.375" v="41" actId="1076"/>
          <ac:spMkLst>
            <pc:docMk/>
            <pc:sldMk cId="2210407474" sldId="256"/>
            <ac:spMk id="7" creationId="{DD6A2BDB-ADC7-2600-091C-8A5122C35EAA}"/>
          </ac:spMkLst>
        </pc:spChg>
        <pc:spChg chg="add mod">
          <ac:chgData name="Suthesika Mkcuty" userId="309ac36f8d33c38f" providerId="LiveId" clId="{75E24084-F506-46AF-9EB2-98C013BA3B80}" dt="2026-08-04T08:33:13.712" v="97" actId="1076"/>
          <ac:spMkLst>
            <pc:docMk/>
            <pc:sldMk cId="2210407474" sldId="256"/>
            <ac:spMk id="9" creationId="{DDC02493-5CDD-1AE8-0884-9C6917B7504F}"/>
          </ac:spMkLst>
        </pc:spChg>
        <pc:spChg chg="add del mod">
          <ac:chgData name="Suthesika Mkcuty" userId="309ac36f8d33c38f" providerId="LiveId" clId="{75E24084-F506-46AF-9EB2-98C013BA3B80}" dt="2026-08-04T08:32:29.386" v="91" actId="22"/>
          <ac:spMkLst>
            <pc:docMk/>
            <pc:sldMk cId="2210407474" sldId="256"/>
            <ac:spMk id="11" creationId="{8948A36F-A05F-7BD0-B226-BB9DA4A66EE0}"/>
          </ac:spMkLst>
        </pc:spChg>
        <pc:spChg chg="add mod">
          <ac:chgData name="Suthesika Mkcuty" userId="309ac36f8d33c38f" providerId="LiveId" clId="{75E24084-F506-46AF-9EB2-98C013BA3B80}" dt="2026-08-04T08:32:53.194" v="96" actId="1076"/>
          <ac:spMkLst>
            <pc:docMk/>
            <pc:sldMk cId="2210407474" sldId="256"/>
            <ac:spMk id="13" creationId="{4C7D29F1-AFAE-BA32-E688-9651E2E0CBFB}"/>
          </ac:spMkLst>
        </pc:spChg>
      </pc:sldChg>
      <pc:sldChg chg="addSp delSp modSp new mod">
        <pc:chgData name="Suthesika Mkcuty" userId="309ac36f8d33c38f" providerId="LiveId" clId="{75E24084-F506-46AF-9EB2-98C013BA3B80}" dt="2026-08-04T08:35:22.651" v="106" actId="14100"/>
        <pc:sldMkLst>
          <pc:docMk/>
          <pc:sldMk cId="144120246" sldId="257"/>
        </pc:sldMkLst>
        <pc:spChg chg="del">
          <ac:chgData name="Suthesika Mkcuty" userId="309ac36f8d33c38f" providerId="LiveId" clId="{75E24084-F506-46AF-9EB2-98C013BA3B80}" dt="2026-08-04T08:34:38.753" v="99" actId="478"/>
          <ac:spMkLst>
            <pc:docMk/>
            <pc:sldMk cId="144120246" sldId="257"/>
            <ac:spMk id="2" creationId="{C3CBB524-BCD6-9F42-56BB-C2FAFC67108D}"/>
          </ac:spMkLst>
        </pc:spChg>
        <pc:spChg chg="del">
          <ac:chgData name="Suthesika Mkcuty" userId="309ac36f8d33c38f" providerId="LiveId" clId="{75E24084-F506-46AF-9EB2-98C013BA3B80}" dt="2026-08-04T08:34:40.929" v="100" actId="478"/>
          <ac:spMkLst>
            <pc:docMk/>
            <pc:sldMk cId="144120246" sldId="257"/>
            <ac:spMk id="3" creationId="{2307D7D1-8334-44AB-DFE8-5147D4A8D589}"/>
          </ac:spMkLst>
        </pc:spChg>
        <pc:picChg chg="add mod">
          <ac:chgData name="Suthesika Mkcuty" userId="309ac36f8d33c38f" providerId="LiveId" clId="{75E24084-F506-46AF-9EB2-98C013BA3B80}" dt="2026-08-04T08:35:22.651" v="106" actId="14100"/>
          <ac:picMkLst>
            <pc:docMk/>
            <pc:sldMk cId="144120246" sldId="257"/>
            <ac:picMk id="5" creationId="{605F0B8E-8C97-84C6-FDCC-A58D8E22428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50399-6BB6-E337-7DCC-395C44F9E5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6CA245-67A0-A1CB-47E7-A092C211F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A6920-7B8B-5733-81D2-DB05CA477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BB310-E2DC-4AA1-B079-5BDA5EA7FBC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D2191-9D37-91E8-27DB-A6B355887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CE06-B0ED-F4CC-0903-F0008FBA9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C972F-2191-4D2A-B12A-EF3E957FB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948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219A-A7AE-FACA-F6BD-EEB7A0BA4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97773-75A4-EA39-949C-6F830055F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91F80-6AD3-65ED-A044-B954557EC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BB310-E2DC-4AA1-B079-5BDA5EA7FBC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439D2-B6B6-DEB7-E72F-3DE5F1AF6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F95CA-29CA-7B84-8651-D3F0EE999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C972F-2191-4D2A-B12A-EF3E957FB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42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D735C-59F6-736D-7989-67C2CA8F7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80FD9-9737-CFD0-E849-C519CB45D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4CF22-E6B3-3C71-DE92-871745FD1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BB310-E2DC-4AA1-B079-5BDA5EA7FBC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724D5-657E-6507-D0F9-C66B7314F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ED550-B37D-861B-C5AF-00BED46EC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C972F-2191-4D2A-B12A-EF3E957FB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430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08F1E-7F17-C98D-C470-135FD2323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74CD3-9F17-627D-3E5C-F3D435C82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15032-0459-BCB7-1F60-A00CEA731C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4DBEA-D42C-B89B-66E9-E5C42F660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BB310-E2DC-4AA1-B079-5BDA5EA7FBC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9B1A9-781F-F32F-C9A0-41F937F5E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EF918-E2CB-4E8B-D0DA-23E54E050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C972F-2191-4D2A-B12A-EF3E957FB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900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DDF02-64E0-E51A-DC16-D154067AF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D5ECD-313E-B608-B80D-27004B473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6FA2E-06F0-8E88-A052-CB57CEE84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7A8B11-BC80-097B-FC61-839A279A4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C0EA51-DB31-0D70-C2BF-6C4C4926FD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96D246-4D4F-10D0-1948-9A66B0F54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BB310-E2DC-4AA1-B079-5BDA5EA7FBC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A65054-C08C-685A-EFAC-749FA5DB0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2B1D07-66B0-26E2-9DD4-5348EB6A9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C972F-2191-4D2A-B12A-EF3E957FB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246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DD663-8D45-EF27-0CD4-30772C36C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9B5C4D-49B2-5BCE-D6DC-90C6E2CF3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BB310-E2DC-4AA1-B079-5BDA5EA7FBC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0D3F85-42E4-C780-5248-7FD8487DE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2205A-5CDB-1CA3-0C15-28686031D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C972F-2191-4D2A-B12A-EF3E957FB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622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79B423-0FEA-EC3F-71A0-DF81B8E4E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BB310-E2DC-4AA1-B079-5BDA5EA7FBC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B59C7-7325-9CE3-C074-37319FEA8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BC8FF-A3C6-4F01-8340-BF0D86A15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C972F-2191-4D2A-B12A-EF3E957FB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346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F1556-5664-0C5B-ABBF-808F870C1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FF281-8D4A-74E0-0F4C-487013FE0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5417FA-E258-74B9-2D4B-9735462E8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E8F3A-9A09-E2B8-AE64-2D378536D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BB310-E2DC-4AA1-B079-5BDA5EA7FBC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D5ACF-5523-1307-F42F-B52B66CF5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9C147-ACA9-28D3-7ADF-2B8AB24F1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C972F-2191-4D2A-B12A-EF3E957FB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333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EFD5E-E24C-FF0F-738E-32E892030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4D4CAF-0086-7DBD-AF28-97CD2B5435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D00A2-FD49-6F25-939F-70D708E1C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EAFA6-5D24-4B68-04AD-A28B12324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BB310-E2DC-4AA1-B079-5BDA5EA7FBC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6DDE9-FB98-A46C-FA60-73008BA5E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A9B3C-42EF-F772-18AF-E8DE4D535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C972F-2191-4D2A-B12A-EF3E957FB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848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8C6D8-0CD7-E1AE-02AB-F84E5A5B7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BD534-A72F-B3E5-D1FA-AB463B04E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8FFAC-728E-0889-F0CD-CAB25887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BB310-E2DC-4AA1-B079-5BDA5EA7FBC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F1A9A-3014-4852-B806-877CC5663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FB812-4A1A-84D5-4DDD-5061C5C9E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C972F-2191-4D2A-B12A-EF3E957FB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537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C2B94B-CE6F-70E6-20E0-B38818445B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B003BE-4FF8-A1DC-8008-CF3783B7A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877B3-1C10-3425-F6E9-77963288D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BB310-E2DC-4AA1-B079-5BDA5EA7FBC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BD9EC-D515-1F27-3FAD-5AEBB3A66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4A3F9-FF18-66CC-3705-6E81F0F8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C972F-2191-4D2A-B12A-EF3E957FB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648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7D188-9243-E4A1-5A4D-B7440D1A1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67B8A-72E0-D811-D88B-B6FEAE30B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29AA5-A468-E144-73D0-3A68C4ACB3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BB310-E2DC-4AA1-B079-5BDA5EA7FBC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08F12-D79C-EA62-2A57-B76C5B408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0EB7A-8600-2219-286A-EFE8502542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8C972F-2191-4D2A-B12A-EF3E957FB6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767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5F0B8E-8C97-84C6-FDCC-A58D8E224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52" y="88491"/>
            <a:ext cx="10461521" cy="655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20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Suthesika Mkcuty</dc:creator>
  <cp:lastModifiedBy>Suthesika Mkcuty</cp:lastModifiedBy>
  <cp:revision>1</cp:revision>
  <dcterms:created xsi:type="dcterms:W3CDTF">2026-08-04T08:28:47Z</dcterms:created>
  <dcterms:modified xsi:type="dcterms:W3CDTF">2026-08-04T09:12:36Z</dcterms:modified>
</cp:coreProperties>
</file>
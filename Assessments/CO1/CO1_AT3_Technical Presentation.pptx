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6714B3-FA30-46C3-8AA6-706768C9BF8B}">
          <p14:sldIdLst>
            <p14:sldId id="256"/>
            <p14:sldId id="257"/>
          </p14:sldIdLst>
        </p14:section>
        <p14:section name="Untitled Section" id="{4449E5DD-F2D2-4B9C-9DB7-B3739A5D64E3}">
          <p14:sldIdLst>
            <p14:sldId id="258"/>
            <p14:sldId id="261"/>
            <p14:sldId id="259"/>
            <p14:sldId id="260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thesika Mkcuty" userId="309ac36f8d33c38f" providerId="LiveId" clId="{75E24084-F506-46AF-9EB2-98C013BA3B80}"/>
    <pc:docChg chg="modSld sldOrd">
      <pc:chgData name="Suthesika Mkcuty" userId="309ac36f8d33c38f" providerId="LiveId" clId="{75E24084-F506-46AF-9EB2-98C013BA3B80}" dt="2026-08-08T04:20:19.143" v="14"/>
      <pc:docMkLst>
        <pc:docMk/>
      </pc:docMkLst>
      <pc:sldChg chg="ord">
        <pc:chgData name="Suthesika Mkcuty" userId="309ac36f8d33c38f" providerId="LiveId" clId="{75E24084-F506-46AF-9EB2-98C013BA3B80}" dt="2026-08-08T04:17:55.284" v="1"/>
        <pc:sldMkLst>
          <pc:docMk/>
          <pc:sldMk cId="379478778" sldId="259"/>
        </pc:sldMkLst>
      </pc:sldChg>
      <pc:sldChg chg="ord">
        <pc:chgData name="Suthesika Mkcuty" userId="309ac36f8d33c38f" providerId="LiveId" clId="{75E24084-F506-46AF-9EB2-98C013BA3B80}" dt="2026-08-08T04:20:19.143" v="14"/>
        <pc:sldMkLst>
          <pc:docMk/>
          <pc:sldMk cId="1370537845" sldId="261"/>
        </pc:sldMkLst>
      </pc:sldChg>
      <pc:sldChg chg="modSp mod">
        <pc:chgData name="Suthesika Mkcuty" userId="309ac36f8d33c38f" providerId="LiveId" clId="{75E24084-F506-46AF-9EB2-98C013BA3B80}" dt="2026-08-08T04:18:59.762" v="3" actId="2711"/>
        <pc:sldMkLst>
          <pc:docMk/>
          <pc:sldMk cId="1628413221" sldId="263"/>
        </pc:sldMkLst>
        <pc:spChg chg="mod">
          <ac:chgData name="Suthesika Mkcuty" userId="309ac36f8d33c38f" providerId="LiveId" clId="{75E24084-F506-46AF-9EB2-98C013BA3B80}" dt="2026-08-08T04:18:54.714" v="2" actId="2711"/>
          <ac:spMkLst>
            <pc:docMk/>
            <pc:sldMk cId="1628413221" sldId="263"/>
            <ac:spMk id="3" creationId="{FE4D0F59-7012-356E-290E-2818435DF147}"/>
          </ac:spMkLst>
        </pc:spChg>
        <pc:spChg chg="mod">
          <ac:chgData name="Suthesika Mkcuty" userId="309ac36f8d33c38f" providerId="LiveId" clId="{75E24084-F506-46AF-9EB2-98C013BA3B80}" dt="2026-08-08T04:18:59.762" v="3" actId="2711"/>
          <ac:spMkLst>
            <pc:docMk/>
            <pc:sldMk cId="1628413221" sldId="263"/>
            <ac:spMk id="4" creationId="{C89241A5-F357-DE3C-63C4-65AE3256E377}"/>
          </ac:spMkLst>
        </pc:spChg>
      </pc:sldChg>
      <pc:sldChg chg="modSp mod">
        <pc:chgData name="Suthesika Mkcuty" userId="309ac36f8d33c38f" providerId="LiveId" clId="{75E24084-F506-46AF-9EB2-98C013BA3B80}" dt="2026-08-08T04:19:42.113" v="10" actId="1076"/>
        <pc:sldMkLst>
          <pc:docMk/>
          <pc:sldMk cId="239983925" sldId="264"/>
        </pc:sldMkLst>
        <pc:spChg chg="mod">
          <ac:chgData name="Suthesika Mkcuty" userId="309ac36f8d33c38f" providerId="LiveId" clId="{75E24084-F506-46AF-9EB2-98C013BA3B80}" dt="2026-08-08T04:19:42.113" v="10" actId="1076"/>
          <ac:spMkLst>
            <pc:docMk/>
            <pc:sldMk cId="239983925" sldId="264"/>
            <ac:spMk id="3" creationId="{3135F7FA-6B61-A67B-9139-80A16ADF54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B64BC-B6B1-C92A-3B60-35C5F3C57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C6AEA-8D20-55DA-BB88-4CED188B2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91B20-08EA-37A6-6B9A-AEE2B706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77AFD-878A-44BA-0A31-92F0C161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9F63F-4F92-5E7A-D5DD-1AB44039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390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F16B-DF0A-5567-F147-9BE37B40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7F48B-FBCD-C471-80B5-A5AB3378A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C42B8-3466-8E66-A4B0-4B31B46D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41EE2-F17A-B0DD-6747-D1B2DF9B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EDB47-6928-3E9F-EF30-FD65E9A8A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949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7F56-5B22-B420-C99C-086A5A15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C54E6-C8BC-E594-DDF1-106D321FD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FAC0B-BB69-B5EB-6AA0-69B33F884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8FF7C-4474-3A1D-6D48-CA76BD5E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ACF97-9CFF-15D4-ADE5-07339929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16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10EB-D6AC-E556-85A1-AC7C55AE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3F1C7-72E7-2B02-9975-04E3D4328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D0335-87AE-775A-0719-B14EF37AF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655EF-FE46-521A-C2BF-76038D01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172DB-433E-4694-D53C-202E0BCC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6DD2F-3DAA-ABA1-48B1-F6D6A1FA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081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A565-8E23-4785-D15F-969B6C2D2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580E8-5DBC-5BC4-0F3F-F1D8D0E6A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57504-BB39-C4E6-4576-6DD40330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E2671-7F3B-42B6-D38E-18959464F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537E9B-7F70-E08C-C173-D4C2D6521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A9279-17FA-661E-D95F-386BEA96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A24407-BB65-D8CF-1236-BDDD9478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F21171-3C8B-3A0C-1643-030D5182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004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26F4-8030-F077-30B0-41EDE5EF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B5088-D54F-2C78-1001-8FAE493D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2C925-7FE1-8CE6-1544-B16EEFCF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AA3ED-A7FE-A146-3B1E-0D5EE28F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32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10F6B8-44E5-18FF-CC61-EDE8E197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9625BC-E33B-5C0D-6783-E2EAC2F9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E5AD8-6B8B-7F7C-7A90-3B70A6E3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32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6EF7-AD4A-4C7E-8373-C98F6817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FF7E1-F17C-61DB-C598-F85274ACB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539ED-1BB1-6280-8C1B-A9AA91B57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FEF67-E0B2-8EBF-72D1-BD8CDE01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9307E-F384-9C9C-079B-C0418C90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07A04-F080-98A0-1B70-E6F0533A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82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DE71-6A17-8A21-0F2A-244BE5AB4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BAA7E-2F3A-5828-B8F2-CFD5B48E7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DED72-EAEC-730E-158F-EA100BB04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433A6-BD92-A581-18B1-4C3E8E61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7FF4D-E890-BB5D-71FB-6D3EE0C41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6FE50-3891-785D-2335-816E66D1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20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0005-E880-472B-9F80-80B6157D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E350C-9D2B-2024-9711-ECEE5673B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ACFE3-5BC5-70C5-9580-AB2B93DD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85F46-C522-8090-9B69-7C1A60D3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B09A6-4D11-EA0B-D0A9-ABE520EC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4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7EE8DA-230D-4C71-E922-42F3C44A7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AFBD0-3384-81F3-5DA8-63BA4EBE3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8DFF0-3152-9664-248B-97509333C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80E28-7761-C202-A75D-74E25CD12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7680E-9838-667B-8022-BD5F1E17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924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C13DD-7ADB-EAC4-CDE1-97CCB84A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B9F4A-FF02-EA2F-2841-5C49E6A2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B96B7-8AB0-CB8B-DB76-76FAA7C24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FB5CC-E1A1-413B-B0C1-420844CBB72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DBBA5-6FE5-80EE-1130-9D42E979F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83325-5546-8672-1DC6-C58968F2D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DBA60-4AFC-4F86-B77C-3E83FAD95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45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>
            <a:extLst>
              <a:ext uri="{FF2B5EF4-FFF2-40B4-BE49-F238E27FC236}">
                <a16:creationId xmlns:a16="http://schemas.microsoft.com/office/drawing/2014/main" id="{095C622B-251F-D49A-DE40-F544FC13D0E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60" y="68827"/>
            <a:ext cx="11776280" cy="12891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2F0913-FE46-B837-8F17-A98BCAD71C8A}"/>
              </a:ext>
            </a:extLst>
          </p:cNvPr>
          <p:cNvSpPr txBox="1"/>
          <p:nvPr/>
        </p:nvSpPr>
        <p:spPr>
          <a:xfrm>
            <a:off x="2172929" y="2268000"/>
            <a:ext cx="78461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Machine Learning Based Error Detection in Networks</a:t>
            </a:r>
            <a:br>
              <a:rPr lang="en-US" sz="2400" dirty="0">
                <a:latin typeface="Algerian" panose="04020705040A02060702" pitchFamily="82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CSA0720 – Computer Networks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0387CB-AB15-3172-7695-8E62C16990C6}"/>
              </a:ext>
            </a:extLst>
          </p:cNvPr>
          <p:cNvSpPr txBox="1"/>
          <p:nvPr/>
        </p:nvSpPr>
        <p:spPr>
          <a:xfrm>
            <a:off x="560438" y="4794750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w Cen MT" panose="020B0602020104020603" pitchFamily="34" charset="0"/>
              </a:rPr>
              <a:t>Guided by</a:t>
            </a:r>
          </a:p>
          <a:p>
            <a:r>
              <a:rPr lang="en-US" sz="2400" b="1" dirty="0">
                <a:latin typeface="Tw Cen MT" panose="020B0602020104020603" pitchFamily="34" charset="0"/>
              </a:rPr>
              <a:t>             </a:t>
            </a:r>
            <a:r>
              <a:rPr lang="en-US" sz="2200" b="1" dirty="0">
                <a:latin typeface="Tw Cen MT" panose="020B0602020104020603" pitchFamily="34" charset="0"/>
              </a:rPr>
              <a:t>Dr. AGNES SHIFANI</a:t>
            </a:r>
            <a:endParaRPr lang="en-IN" sz="2200" b="1" dirty="0">
              <a:latin typeface="Tw Cen MT" panose="020B06020201040206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320EC4-FF07-0B51-9EA4-986D8280E0C2}"/>
              </a:ext>
            </a:extLst>
          </p:cNvPr>
          <p:cNvSpPr txBox="1"/>
          <p:nvPr/>
        </p:nvSpPr>
        <p:spPr>
          <a:xfrm>
            <a:off x="6096000" y="4733195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w Cen MT" panose="020B0602020104020603" pitchFamily="34" charset="0"/>
              </a:rPr>
              <a:t> </a:t>
            </a:r>
            <a:r>
              <a:rPr lang="en-US" sz="2800" b="1" dirty="0">
                <a:latin typeface="Tw Cen MT" panose="020B0602020104020603" pitchFamily="34" charset="0"/>
              </a:rPr>
              <a:t>Presented by </a:t>
            </a:r>
          </a:p>
          <a:p>
            <a:r>
              <a:rPr lang="en-US" sz="2800" b="1" dirty="0">
                <a:latin typeface="Tw Cen MT" panose="020B0602020104020603" pitchFamily="34" charset="0"/>
              </a:rPr>
              <a:t>                 </a:t>
            </a:r>
            <a:r>
              <a:rPr lang="en-US" sz="2200" b="1" dirty="0">
                <a:latin typeface="Tw Cen MT" panose="020B0602020104020603" pitchFamily="34" charset="0"/>
              </a:rPr>
              <a:t>K Suthesika – 192511070</a:t>
            </a:r>
          </a:p>
          <a:p>
            <a:r>
              <a:rPr lang="en-US" sz="2200" b="1" dirty="0">
                <a:latin typeface="Tw Cen MT" panose="020B0602020104020603" pitchFamily="34" charset="0"/>
              </a:rPr>
              <a:t>                        S Santhiya – 192511360</a:t>
            </a:r>
          </a:p>
        </p:txBody>
      </p:sp>
    </p:spTree>
    <p:extLst>
      <p:ext uri="{BB962C8B-B14F-4D97-AF65-F5344CB8AC3E}">
        <p14:creationId xmlns:p14="http://schemas.microsoft.com/office/powerpoint/2010/main" val="3154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0881-B995-107C-0FD4-60FB2FF2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C5361-4F08-37DA-2546-C3D16F649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Error Detection?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detection is the process of identifying errors that occur during data transmission over a network.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include:</a:t>
            </a:r>
          </a:p>
          <a:p>
            <a:pPr lvl="2">
              <a:lnSpc>
                <a:spcPct val="12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Parity Check </a:t>
            </a:r>
          </a:p>
          <a:p>
            <a:pPr lvl="2">
              <a:lnSpc>
                <a:spcPct val="12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Checksum </a:t>
            </a:r>
          </a:p>
          <a:p>
            <a:pPr lvl="2">
              <a:lnSpc>
                <a:spcPct val="12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(Cyclic Redundancy Check)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detect transmission errors but cannot identify complex attack patterns or abnormal network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100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483E-C63D-D91E-D8B4-F330512A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Why Machine Learning?</a:t>
            </a:r>
            <a:br>
              <a:rPr lang="en-IN" dirty="0">
                <a:latin typeface="Algerian" panose="04020705040A02060702" pitchFamily="82" charset="0"/>
              </a:rPr>
            </a:b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51D17-CB29-F649-7307-CF46B6FCB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</a:t>
            </a:r>
          </a:p>
          <a:p>
            <a:pPr marL="800100" lvl="1" indent="-34290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</a:t>
            </a:r>
          </a:p>
          <a:p>
            <a:pPr marL="800100" lvl="1" indent="-34290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only known transmission errors </a:t>
            </a:r>
          </a:p>
          <a:p>
            <a:pPr marL="800100" lvl="1" indent="-34290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adaptability </a:t>
            </a:r>
          </a:p>
          <a:p>
            <a:pPr>
              <a:lnSpc>
                <a:spcPct val="11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800100" lvl="1" indent="-34290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network data </a:t>
            </a:r>
          </a:p>
          <a:p>
            <a:pPr marL="800100" lvl="1" indent="-34290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hidden patterns </a:t>
            </a:r>
          </a:p>
          <a:p>
            <a:pPr marL="800100" lvl="1" indent="-34290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anomalies automatically </a:t>
            </a:r>
          </a:p>
          <a:p>
            <a:pPr marL="800100" lvl="1" indent="-34290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accuracy over time</a:t>
            </a:r>
          </a:p>
          <a:p>
            <a:pPr>
              <a:lnSpc>
                <a:spcPct val="11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08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CFC317-9059-CDD6-FFB7-1C86A728B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587" y="0"/>
            <a:ext cx="7315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3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29D1-E80B-3C2C-98B9-4A9ED27E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Machine 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C87EA-DA1C-779B-430B-D45FEFB7F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871" y="1982941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common algorithms are: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</a:p>
          <a:p>
            <a:pPr lvl="2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(for anomaly detection)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78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CF85-AEB5-FA17-CB34-85953168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2153-FF9E-2304-61A8-4BACC204E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4548" y="1866234"/>
            <a:ext cx="8177981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accuracy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unknown errors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Learns automatically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monitoring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manual work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network reliability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23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A538-6021-E718-48AA-0705366A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1602E-65B9-C604-CEF7-935AC101E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973" y="1815793"/>
            <a:ext cx="871875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based error detection is used in:</a:t>
            </a:r>
          </a:p>
          <a:p>
            <a:pPr lvl="2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</a:t>
            </a:r>
          </a:p>
          <a:p>
            <a:pPr lvl="2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                    </a:t>
            </a:r>
          </a:p>
          <a:p>
            <a:pPr lvl="2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Networks </a:t>
            </a:r>
          </a:p>
          <a:p>
            <a:pPr lvl="2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Networks </a:t>
            </a:r>
          </a:p>
          <a:p>
            <a:pPr lvl="2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Networks </a:t>
            </a:r>
          </a:p>
          <a:p>
            <a:pPr lvl="2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</a:t>
            </a:r>
          </a:p>
          <a:p>
            <a:pPr lvl="2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Networks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79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F235-87F3-39D3-CFF0-6B0EEE73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Challenges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D0F59-7012-356E-290E-2818435DF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2076978"/>
            <a:ext cx="4658032" cy="3690271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training data required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needs regular updates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241A5-F357-DE3C-63C4-65AE3256E377}"/>
              </a:ext>
            </a:extLst>
          </p:cNvPr>
          <p:cNvSpPr txBox="1"/>
          <p:nvPr/>
        </p:nvSpPr>
        <p:spPr>
          <a:xfrm>
            <a:off x="6666271" y="1936955"/>
            <a:ext cx="5181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developments include: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self-healing networks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6G communication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routing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network management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13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14F5-9F9C-BC6F-B062-278CAAC1C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Conclusion</a:t>
            </a:r>
            <a:br>
              <a:rPr lang="en-IN" dirty="0">
                <a:latin typeface="Algerian" panose="04020705040A02060702" pitchFamily="82" charset="0"/>
              </a:rPr>
            </a:b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5F7FA-6B61-A67B-9139-80A16ADF5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380" y="1540490"/>
            <a:ext cx="11533239" cy="479148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improves traditional error detection by learning from network traffic.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provides:</a:t>
            </a:r>
          </a:p>
          <a:p>
            <a:pPr lvl="1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detection </a:t>
            </a:r>
          </a:p>
          <a:p>
            <a:pPr lvl="1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accuracy </a:t>
            </a:r>
          </a:p>
          <a:p>
            <a:pPr lvl="1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</a:p>
          <a:p>
            <a:pPr lvl="1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decision making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Machine Learning is becoming an essential technology for modern communication networks.</a:t>
            </a: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8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77A5-B047-AF24-D439-40E44CC8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3DD5E-AB96-7482-DB2A-EAC7E8E3B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6D897-1F38-6923-F67C-48E06D8E5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987" y="0"/>
            <a:ext cx="12309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7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269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Calibri</vt:lpstr>
      <vt:lpstr>Calibri Light</vt:lpstr>
      <vt:lpstr>Times New Roman</vt:lpstr>
      <vt:lpstr>Tw Cen MT</vt:lpstr>
      <vt:lpstr>Office Theme</vt:lpstr>
      <vt:lpstr>PowerPoint Presentation</vt:lpstr>
      <vt:lpstr>Introduction</vt:lpstr>
      <vt:lpstr>Why Machine Learning? </vt:lpstr>
      <vt:lpstr>PowerPoint Presentation</vt:lpstr>
      <vt:lpstr>Machine Learning Algorithms</vt:lpstr>
      <vt:lpstr>Advantages</vt:lpstr>
      <vt:lpstr>Applications</vt:lpstr>
      <vt:lpstr>Challenges and Future Scope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Suthesika Mkcuty</dc:creator>
  <cp:lastModifiedBy>Suthesika Mkcuty</cp:lastModifiedBy>
  <cp:revision>1</cp:revision>
  <dcterms:created xsi:type="dcterms:W3CDTF">2026-08-06T04:10:56Z</dcterms:created>
  <dcterms:modified xsi:type="dcterms:W3CDTF">2026-08-08T04:20:27Z</dcterms:modified>
</cp:coreProperties>
</file>